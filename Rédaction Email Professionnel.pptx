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Syst%C3%A8me_d%27information" TargetMode="External"/><Relationship Id="rId2" Type="http://schemas.openxmlformats.org/officeDocument/2006/relationships/hyperlink" Target="https://fr.wikipedia.org/wiki/R%C3%A9seau_informatiqu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.wikipedia.org/wiki/Bo%C3%AEte_aux_lettres_%C3%A9lectronique" TargetMode="External"/><Relationship Id="rId4" Type="http://schemas.openxmlformats.org/officeDocument/2006/relationships/hyperlink" Target="https://fr.wikipedia.org/wiki/Transmission_de_donn%C3%A9e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Rédaction Email Professionnel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463118" y="5513294"/>
            <a:ext cx="4041494" cy="390368"/>
          </a:xfrm>
        </p:spPr>
        <p:txBody>
          <a:bodyPr>
            <a:normAutofit/>
          </a:bodyPr>
          <a:lstStyle/>
          <a:p>
            <a:pPr algn="r"/>
            <a:r>
              <a:rPr lang="fr-FR" dirty="0" smtClean="0"/>
              <a:t> 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964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941295"/>
            <a:ext cx="8915400" cy="4969928"/>
          </a:xfrm>
        </p:spPr>
        <p:txBody>
          <a:bodyPr>
            <a:normAutofit lnSpcReduction="10000"/>
          </a:bodyPr>
          <a:lstStyle/>
          <a:p>
            <a:endParaRPr lang="fr-FR" dirty="0" smtClean="0"/>
          </a:p>
          <a:p>
            <a:pPr algn="just"/>
            <a:r>
              <a:rPr lang="fr-FR" sz="3600" dirty="0" smtClean="0"/>
              <a:t>Introduction </a:t>
            </a:r>
          </a:p>
          <a:p>
            <a:pPr algn="just"/>
            <a:r>
              <a:rPr lang="fr-FR" sz="3600" dirty="0" smtClean="0"/>
              <a:t>Définition Email </a:t>
            </a:r>
          </a:p>
          <a:p>
            <a:pPr algn="just"/>
            <a:r>
              <a:rPr lang="fr-FR" sz="3600" dirty="0" smtClean="0"/>
              <a:t>Type Email</a:t>
            </a:r>
          </a:p>
          <a:p>
            <a:pPr algn="just"/>
            <a:r>
              <a:rPr lang="fr-FR" sz="3600" dirty="0" smtClean="0"/>
              <a:t>Définition d’un Email Professionnel</a:t>
            </a:r>
          </a:p>
          <a:p>
            <a:pPr algn="just"/>
            <a:r>
              <a:rPr lang="fr-FR" sz="3600" dirty="0" smtClean="0"/>
              <a:t>Son intérer </a:t>
            </a:r>
          </a:p>
          <a:p>
            <a:pPr algn="just"/>
            <a:r>
              <a:rPr lang="fr-FR" sz="3600" dirty="0" smtClean="0"/>
              <a:t>Sa rédaction</a:t>
            </a:r>
          </a:p>
          <a:p>
            <a:pPr algn="just"/>
            <a:r>
              <a:rPr lang="fr-FR" sz="3600" dirty="0" smtClean="0"/>
              <a:t>Conclusion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165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0507" y="2407024"/>
            <a:ext cx="9474106" cy="2366682"/>
          </a:xfrm>
        </p:spPr>
        <p:txBody>
          <a:bodyPr>
            <a:normAutofit/>
          </a:bodyPr>
          <a:lstStyle/>
          <a:p>
            <a:pPr algn="ctr"/>
            <a:r>
              <a:rPr lang="fr-FR" sz="8000" dirty="0" smtClean="0"/>
              <a:t>Introduction 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41655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27095" y="874059"/>
            <a:ext cx="9877518" cy="1030941"/>
          </a:xfrm>
        </p:spPr>
        <p:txBody>
          <a:bodyPr/>
          <a:lstStyle/>
          <a:p>
            <a:pPr algn="ctr"/>
            <a:r>
              <a:rPr lang="fr-FR" dirty="0" smtClean="0"/>
              <a:t>Définition Email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58153" y="1775012"/>
            <a:ext cx="10488706" cy="4746812"/>
          </a:xfrm>
        </p:spPr>
        <p:txBody>
          <a:bodyPr>
            <a:normAutofit/>
          </a:bodyPr>
          <a:lstStyle/>
          <a:p>
            <a:endParaRPr lang="fr-FR" dirty="0" smtClean="0"/>
          </a:p>
          <a:p>
            <a:pPr marL="0" indent="0" algn="just">
              <a:lnSpc>
                <a:spcPct val="160000"/>
              </a:lnSpc>
              <a:buNone/>
            </a:pPr>
            <a:r>
              <a:rPr lang="fr-FR" sz="2400" dirty="0"/>
              <a:t>Un </a:t>
            </a:r>
            <a:r>
              <a:rPr lang="fr-FR" sz="2400" b="1" dirty="0"/>
              <a:t>courrier électronique</a:t>
            </a:r>
            <a:r>
              <a:rPr lang="fr-FR" sz="2400" dirty="0"/>
              <a:t>, un </a:t>
            </a:r>
            <a:r>
              <a:rPr lang="fr-FR" sz="2400" b="1" dirty="0"/>
              <a:t>courriel</a:t>
            </a:r>
            <a:r>
              <a:rPr lang="fr-FR" sz="2400" dirty="0"/>
              <a:t>, un </a:t>
            </a:r>
            <a:r>
              <a:rPr lang="fr-FR" sz="2400" b="1" i="1" dirty="0"/>
              <a:t>mail</a:t>
            </a:r>
            <a:r>
              <a:rPr lang="fr-FR" sz="2400" dirty="0"/>
              <a:t> </a:t>
            </a:r>
            <a:r>
              <a:rPr lang="fr-FR" sz="2400" dirty="0" smtClean="0"/>
              <a:t>, </a:t>
            </a:r>
            <a:r>
              <a:rPr lang="fr-FR" sz="2400" dirty="0"/>
              <a:t>ou un </a:t>
            </a:r>
            <a:r>
              <a:rPr lang="fr-FR" sz="2400" b="1" i="1" dirty="0"/>
              <a:t>e-mail</a:t>
            </a:r>
            <a:r>
              <a:rPr lang="fr-FR" sz="2400" dirty="0"/>
              <a:t> </a:t>
            </a:r>
            <a:r>
              <a:rPr lang="fr-FR" sz="2400" dirty="0" smtClean="0"/>
              <a:t>, </a:t>
            </a:r>
            <a:r>
              <a:rPr lang="fr-FR" sz="2400" dirty="0"/>
              <a:t>est un message écrit envoyé électroniquement via un </a:t>
            </a:r>
            <a:r>
              <a:rPr lang="fr-FR" sz="2400" dirty="0">
                <a:hlinkClick r:id="rId2" tooltip="Réseau informatique"/>
              </a:rPr>
              <a:t>réseau informatique</a:t>
            </a:r>
            <a:r>
              <a:rPr lang="fr-FR" sz="2400" dirty="0"/>
              <a:t>. On appelle </a:t>
            </a:r>
            <a:r>
              <a:rPr lang="fr-FR" sz="2400" b="1" dirty="0"/>
              <a:t>messagerie électronique</a:t>
            </a:r>
            <a:r>
              <a:rPr lang="fr-FR" sz="2400" dirty="0"/>
              <a:t> l'ensemble du </a:t>
            </a:r>
            <a:r>
              <a:rPr lang="fr-FR" sz="2400" dirty="0">
                <a:hlinkClick r:id="rId3" tooltip="Système d'information"/>
              </a:rPr>
              <a:t>système</a:t>
            </a:r>
            <a:r>
              <a:rPr lang="fr-FR" sz="2400" dirty="0"/>
              <a:t> qui permet la </a:t>
            </a:r>
            <a:r>
              <a:rPr lang="fr-FR" sz="2400" dirty="0">
                <a:hlinkClick r:id="rId4" tooltip="Transmission de données"/>
              </a:rPr>
              <a:t>transmission</a:t>
            </a:r>
            <a:r>
              <a:rPr lang="fr-FR" sz="2400" dirty="0"/>
              <a:t> des courriers électroniques. Elle respecte des règles normalisées afin d'autoriser le dépôt de courriels dans la </a:t>
            </a:r>
            <a:r>
              <a:rPr lang="fr-FR" sz="2400" dirty="0">
                <a:hlinkClick r:id="rId5" tooltip="Boîte aux lettres électronique"/>
              </a:rPr>
              <a:t>boîte aux lettres électronique</a:t>
            </a:r>
            <a:r>
              <a:rPr lang="fr-FR" sz="2400" dirty="0"/>
              <a:t> d’un destinataire choisi par l’émetteur</a:t>
            </a:r>
          </a:p>
        </p:txBody>
      </p:sp>
    </p:spTree>
    <p:extLst>
      <p:ext uri="{BB962C8B-B14F-4D97-AF65-F5344CB8AC3E}">
        <p14:creationId xmlns:p14="http://schemas.microsoft.com/office/powerpoint/2010/main" val="358332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860612"/>
            <a:ext cx="8911687" cy="1044388"/>
          </a:xfrm>
        </p:spPr>
        <p:txBody>
          <a:bodyPr/>
          <a:lstStyle/>
          <a:p>
            <a:pPr algn="ctr"/>
            <a:r>
              <a:rPr lang="fr-FR" dirty="0" smtClean="0"/>
              <a:t> Type des EMAIL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37166"/>
          </a:xfrm>
        </p:spPr>
        <p:txBody>
          <a:bodyPr>
            <a:normAutofit fontScale="40000" lnSpcReduction="20000"/>
          </a:bodyPr>
          <a:lstStyle/>
          <a:p>
            <a:endParaRPr lang="fr-FR" dirty="0" smtClean="0"/>
          </a:p>
          <a:p>
            <a:r>
              <a:rPr lang="fr-FR" sz="5900" dirty="0" smtClean="0"/>
              <a:t>Email </a:t>
            </a:r>
            <a:r>
              <a:rPr lang="fr-FR" sz="5900" dirty="0"/>
              <a:t>de </a:t>
            </a:r>
            <a:r>
              <a:rPr lang="fr-FR" sz="5900" dirty="0" smtClean="0"/>
              <a:t>bienvenue </a:t>
            </a:r>
          </a:p>
          <a:p>
            <a:r>
              <a:rPr lang="fr-FR" sz="5900" dirty="0" smtClean="0"/>
              <a:t>Email  </a:t>
            </a:r>
            <a:r>
              <a:rPr lang="fr-FR" sz="5900" dirty="0"/>
              <a:t>d’anniversaire </a:t>
            </a:r>
          </a:p>
          <a:p>
            <a:r>
              <a:rPr lang="fr-FR" sz="5900" dirty="0"/>
              <a:t>E</a:t>
            </a:r>
            <a:r>
              <a:rPr lang="fr-FR" sz="5900" dirty="0" smtClean="0"/>
              <a:t>mail </a:t>
            </a:r>
            <a:r>
              <a:rPr lang="fr-FR" sz="5900" dirty="0"/>
              <a:t>transactionnel</a:t>
            </a:r>
          </a:p>
          <a:p>
            <a:r>
              <a:rPr lang="fr-FR" sz="5900" dirty="0"/>
              <a:t>E</a:t>
            </a:r>
            <a:r>
              <a:rPr lang="fr-FR" sz="5900" dirty="0" smtClean="0"/>
              <a:t>mail </a:t>
            </a:r>
            <a:r>
              <a:rPr lang="fr-FR" sz="5900" dirty="0"/>
              <a:t>saisonnier</a:t>
            </a:r>
          </a:p>
          <a:p>
            <a:r>
              <a:rPr lang="fr-FR" sz="5900" dirty="0"/>
              <a:t>E</a:t>
            </a:r>
            <a:r>
              <a:rPr lang="fr-FR" sz="5900" dirty="0" smtClean="0"/>
              <a:t>mail </a:t>
            </a:r>
            <a:r>
              <a:rPr lang="fr-FR" sz="5900" dirty="0"/>
              <a:t>marketing</a:t>
            </a:r>
          </a:p>
          <a:p>
            <a:r>
              <a:rPr lang="fr-FR" sz="5900" dirty="0"/>
              <a:t>Newsletter</a:t>
            </a:r>
          </a:p>
          <a:p>
            <a:r>
              <a:rPr lang="fr-FR" sz="5900" dirty="0"/>
              <a:t>E</a:t>
            </a:r>
            <a:r>
              <a:rPr lang="fr-FR" sz="5900" dirty="0" smtClean="0"/>
              <a:t>mail </a:t>
            </a:r>
            <a:r>
              <a:rPr lang="fr-FR" sz="5900" dirty="0"/>
              <a:t>de </a:t>
            </a:r>
            <a:r>
              <a:rPr lang="fr-FR" sz="5900" dirty="0" smtClean="0"/>
              <a:t>feedback</a:t>
            </a:r>
          </a:p>
          <a:p>
            <a:r>
              <a:rPr lang="fr-FR" sz="5900" dirty="0"/>
              <a:t>E</a:t>
            </a:r>
            <a:r>
              <a:rPr lang="fr-FR" sz="5900" dirty="0" smtClean="0"/>
              <a:t>mail </a:t>
            </a:r>
            <a:r>
              <a:rPr lang="fr-FR" sz="5900" dirty="0"/>
              <a:t>de </a:t>
            </a:r>
            <a:r>
              <a:rPr lang="fr-FR" sz="5900" dirty="0" smtClean="0"/>
              <a:t>désinscription</a:t>
            </a:r>
          </a:p>
          <a:p>
            <a:r>
              <a:rPr lang="fr-FR" sz="5900" dirty="0" smtClean="0"/>
              <a:t>Email Professionnel </a:t>
            </a:r>
            <a:endParaRPr lang="fr-FR" sz="5900" dirty="0"/>
          </a:p>
          <a:p>
            <a:pPr marL="0" indent="0">
              <a:buNone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345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4857" y="624110"/>
            <a:ext cx="9109755" cy="1280890"/>
          </a:xfrm>
        </p:spPr>
        <p:txBody>
          <a:bodyPr/>
          <a:lstStyle/>
          <a:p>
            <a:pPr algn="ctr"/>
            <a:r>
              <a:rPr lang="fr-FR" dirty="0" smtClean="0"/>
              <a:t>Définition Email Professionnel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811" y="1905000"/>
            <a:ext cx="9257801" cy="4006222"/>
          </a:xfrm>
        </p:spPr>
        <p:txBody>
          <a:bodyPr/>
          <a:lstStyle/>
          <a:p>
            <a:pPr marL="0" indent="0" fontAlgn="base">
              <a:buNone/>
            </a:pPr>
            <a:r>
              <a:rPr lang="fr-FR" dirty="0"/>
              <a:t>Une </a:t>
            </a:r>
            <a:r>
              <a:rPr lang="fr-FR" b="1" dirty="0"/>
              <a:t>adresse email professionnelle</a:t>
            </a:r>
            <a:r>
              <a:rPr lang="fr-FR" dirty="0"/>
              <a:t> est une adresse rattachée à un nom de domaine qui vous appartient.</a:t>
            </a:r>
          </a:p>
          <a:p>
            <a:pPr marL="0" indent="0" fontAlgn="base">
              <a:buNone/>
            </a:pPr>
            <a:r>
              <a:rPr lang="fr-FR" dirty="0"/>
              <a:t>Il y a deux autres types d’adresses:</a:t>
            </a:r>
          </a:p>
          <a:p>
            <a:pPr marL="0" indent="0" fontAlgn="base">
              <a:buNone/>
            </a:pPr>
            <a:r>
              <a:rPr lang="fr-FR" dirty="0"/>
              <a:t>les </a:t>
            </a:r>
            <a:r>
              <a:rPr lang="fr-FR" b="1" dirty="0"/>
              <a:t>adresses email liées à un fournisseur d’accès internet</a:t>
            </a:r>
            <a:r>
              <a:rPr lang="fr-FR" dirty="0"/>
              <a:t>, qui se terminent par @sfr.fr ou @orange.fr, @wanadoo.fr, etc…</a:t>
            </a:r>
          </a:p>
          <a:p>
            <a:pPr marL="0" indent="0" fontAlgn="base">
              <a:buNone/>
            </a:pPr>
            <a:r>
              <a:rPr lang="fr-FR" dirty="0"/>
              <a:t>les </a:t>
            </a:r>
            <a:r>
              <a:rPr lang="fr-FR" b="1" dirty="0"/>
              <a:t>adresses mails gratuites</a:t>
            </a:r>
            <a:r>
              <a:rPr lang="fr-FR" dirty="0"/>
              <a:t>, qui se terminent par @gmail.com, @hotmail.fr, etc…</a:t>
            </a:r>
          </a:p>
          <a:p>
            <a:pPr marL="0" indent="0" fontAlgn="base">
              <a:buNone/>
            </a:pPr>
            <a:r>
              <a:rPr lang="fr-FR" dirty="0"/>
              <a:t>Votre adresse pro sera du type contact@monentreprise.fr ou paul.martin@monentreprise.fr</a:t>
            </a:r>
          </a:p>
          <a:p>
            <a:pPr marL="0" indent="0" fontAlgn="base">
              <a:buNone/>
            </a:pPr>
            <a:r>
              <a:rPr lang="fr-FR" dirty="0"/>
              <a:t>C’est ce type d’adresse mail que vous devriez utiliser pour communiquer avec vos clients et prospects.</a:t>
            </a:r>
          </a:p>
          <a:p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362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     Son interer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 smtClean="0"/>
              <a:t>Crédibilité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Flexibilité</a:t>
            </a:r>
          </a:p>
          <a:p>
            <a:pPr>
              <a:lnSpc>
                <a:spcPct val="150000"/>
              </a:lnSpc>
            </a:pPr>
            <a:r>
              <a:rPr lang="fr-FR" dirty="0"/>
              <a:t>Pérennité</a:t>
            </a:r>
          </a:p>
          <a:p>
            <a:pPr fontAlgn="base">
              <a:lnSpc>
                <a:spcPct val="150000"/>
              </a:lnSpc>
            </a:pPr>
            <a:r>
              <a:rPr lang="fr-FR" dirty="0"/>
              <a:t>Simplicité</a:t>
            </a:r>
          </a:p>
          <a:p>
            <a:pPr fontAlgn="base">
              <a:lnSpc>
                <a:spcPct val="150000"/>
              </a:lnSpc>
            </a:pPr>
            <a:r>
              <a:rPr lang="fr-FR" dirty="0" smtClean="0"/>
              <a:t>Sécurité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817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Rédaction d’email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fr-FR" b="1" cap="all" dirty="0" smtClean="0"/>
              <a:t>Etape par etape</a:t>
            </a:r>
          </a:p>
          <a:p>
            <a:r>
              <a:rPr lang="fr-FR" b="1" cap="all" dirty="0" smtClean="0"/>
              <a:t>PRÉCISER </a:t>
            </a:r>
            <a:r>
              <a:rPr lang="fr-FR" b="1" cap="all" dirty="0"/>
              <a:t>LES OBJECTIFS ET MESSAGES CLÉS DE </a:t>
            </a:r>
            <a:r>
              <a:rPr lang="fr-FR" b="1" cap="all" dirty="0" smtClean="0"/>
              <a:t>L’EMAIL</a:t>
            </a:r>
          </a:p>
          <a:p>
            <a:r>
              <a:rPr lang="fr-FR" b="1" cap="all" dirty="0"/>
              <a:t>DÉFINIR UN OBJET CLAIR ET </a:t>
            </a:r>
            <a:r>
              <a:rPr lang="fr-FR" b="1" cap="all" dirty="0" smtClean="0"/>
              <a:t>INTUITIF</a:t>
            </a:r>
          </a:p>
          <a:p>
            <a:r>
              <a:rPr lang="fr-FR" b="1" cap="all" dirty="0" smtClean="0"/>
              <a:t> </a:t>
            </a:r>
            <a:r>
              <a:rPr lang="fr-FR" b="1" cap="all" dirty="0"/>
              <a:t>BIEN COMMENCER UN EMAIL PROFESSIONNEL </a:t>
            </a:r>
            <a:endParaRPr lang="fr-FR" dirty="0"/>
          </a:p>
          <a:p>
            <a:r>
              <a:rPr lang="fr-FR" b="1" cap="all" dirty="0"/>
              <a:t>STRUCTURER LE CORPS DE </a:t>
            </a:r>
            <a:r>
              <a:rPr lang="fr-FR" b="1" cap="all" dirty="0" smtClean="0"/>
              <a:t>L’EMAIL</a:t>
            </a:r>
            <a:r>
              <a:rPr lang="fr-FR" b="1" cap="all" dirty="0"/>
              <a:t>BIEN </a:t>
            </a:r>
            <a:endParaRPr lang="fr-FR" b="1" cap="all" dirty="0" smtClean="0"/>
          </a:p>
          <a:p>
            <a:r>
              <a:rPr lang="fr-FR" b="1" cap="all" dirty="0" smtClean="0"/>
              <a:t>CONCLURE </a:t>
            </a:r>
            <a:r>
              <a:rPr lang="fr-FR" b="1" cap="all" dirty="0"/>
              <a:t>UN EMAIL </a:t>
            </a:r>
            <a:r>
              <a:rPr lang="fr-FR" b="1" cap="all" dirty="0" smtClean="0"/>
              <a:t>PROFESSIONNEL</a:t>
            </a:r>
          </a:p>
          <a:p>
            <a:pPr marL="0" indent="0" algn="ctr">
              <a:buNone/>
            </a:pPr>
            <a:r>
              <a:rPr lang="fr-FR" b="1" cap="all" dirty="0"/>
              <a:t>QUELQUES ASTUCES RÉDACTIONNELLES</a:t>
            </a:r>
            <a:endParaRPr lang="fr-FR" dirty="0"/>
          </a:p>
          <a:p>
            <a:r>
              <a:rPr lang="fr-FR" b="1" cap="all" dirty="0" smtClean="0"/>
              <a:t> </a:t>
            </a:r>
            <a:r>
              <a:rPr lang="fr-FR" b="1" cap="all" dirty="0"/>
              <a:t>RELIRE OU FAIRE RELIRE SES EMAILS </a:t>
            </a:r>
            <a:r>
              <a:rPr lang="fr-FR" b="1" cap="all" dirty="0" smtClean="0"/>
              <a:t>IMPORTANTS</a:t>
            </a:r>
          </a:p>
          <a:p>
            <a:r>
              <a:rPr lang="fr-FR" b="1" cap="all" dirty="0"/>
              <a:t>FAIRE ATTENTION AU TON DE VOS EMAILS </a:t>
            </a:r>
            <a:r>
              <a:rPr lang="fr-FR" b="1" cap="all" dirty="0" smtClean="0"/>
              <a:t>PROFESSIONNELS</a:t>
            </a:r>
            <a:endParaRPr lang="fr-FR" dirty="0"/>
          </a:p>
          <a:p>
            <a:r>
              <a:rPr lang="fr-FR" b="1" cap="all" dirty="0"/>
              <a:t> ALLER À </a:t>
            </a:r>
            <a:r>
              <a:rPr lang="fr-FR" b="1" cap="all" dirty="0" smtClean="0"/>
              <a:t>L’ESSENTIEL</a:t>
            </a:r>
          </a:p>
          <a:p>
            <a:r>
              <a:rPr lang="fr-FR" b="1" cap="all" dirty="0"/>
              <a:t>RESTER COURTOIS EN TOUTES CIRCONSTANCES</a:t>
            </a:r>
            <a:endParaRPr lang="fr-FR" dirty="0"/>
          </a:p>
          <a:p>
            <a:pPr marL="0" indent="0">
              <a:buNone/>
            </a:pPr>
            <a:r>
              <a:rPr lang="fr-FR" b="1" cap="all" dirty="0" smtClean="0"/>
              <a:t>    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2969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96046" y="2586446"/>
            <a:ext cx="8308566" cy="143691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Conclusion</a:t>
            </a:r>
            <a:br>
              <a:rPr lang="fr-FR" dirty="0" smtClean="0"/>
            </a:br>
            <a:r>
              <a:rPr lang="fr-FR" dirty="0"/>
              <a:t/>
            </a:r>
            <a:br>
              <a:rPr lang="fr-FR" dirty="0"/>
            </a:b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5405039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156</TotalTime>
  <Words>300</Words>
  <Application>Microsoft Office PowerPoint</Application>
  <PresentationFormat>Grand écran</PresentationFormat>
  <Paragraphs>54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Brin</vt:lpstr>
      <vt:lpstr>Rédaction Email Professionnel</vt:lpstr>
      <vt:lpstr>Présentation PowerPoint</vt:lpstr>
      <vt:lpstr>Introduction </vt:lpstr>
      <vt:lpstr>Définition Email </vt:lpstr>
      <vt:lpstr> Type des EMAIL</vt:lpstr>
      <vt:lpstr>Définition Email Professionnel </vt:lpstr>
      <vt:lpstr>     Son interer</vt:lpstr>
      <vt:lpstr>Rédaction d’email</vt:lpstr>
      <vt:lpstr>Conclusion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Rédaction Email Professionnel</dc:title>
  <dc:creator>dell</dc:creator>
  <cp:lastModifiedBy>dell</cp:lastModifiedBy>
  <cp:revision>15</cp:revision>
  <dcterms:created xsi:type="dcterms:W3CDTF">2021-03-26T10:37:54Z</dcterms:created>
  <dcterms:modified xsi:type="dcterms:W3CDTF">2021-03-26T16:19:24Z</dcterms:modified>
</cp:coreProperties>
</file>